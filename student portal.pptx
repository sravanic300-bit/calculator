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i Chanda" userId="5390d8d41bd9cd99" providerId="LiveId" clId="{543715D5-0D5A-4D6E-A2B1-4F066FD25A22}"/>
    <pc:docChg chg="addSld modSld">
      <pc:chgData name="Sravani Chanda" userId="5390d8d41bd9cd99" providerId="LiveId" clId="{543715D5-0D5A-4D6E-A2B1-4F066FD25A22}" dt="2025-07-18T06:12:59.946" v="153" actId="20577"/>
      <pc:docMkLst>
        <pc:docMk/>
      </pc:docMkLst>
      <pc:sldChg chg="modSp new mod">
        <pc:chgData name="Sravani Chanda" userId="5390d8d41bd9cd99" providerId="LiveId" clId="{543715D5-0D5A-4D6E-A2B1-4F066FD25A22}" dt="2025-07-18T06:12:59.946" v="153" actId="20577"/>
        <pc:sldMkLst>
          <pc:docMk/>
          <pc:sldMk cId="1057586232" sldId="266"/>
        </pc:sldMkLst>
        <pc:spChg chg="mod">
          <ac:chgData name="Sravani Chanda" userId="5390d8d41bd9cd99" providerId="LiveId" clId="{543715D5-0D5A-4D6E-A2B1-4F066FD25A22}" dt="2025-07-18T06:09:17.721" v="32" actId="20577"/>
          <ac:spMkLst>
            <pc:docMk/>
            <pc:sldMk cId="1057586232" sldId="266"/>
            <ac:spMk id="2" creationId="{5B3FD267-38C2-31CC-7404-2EE9E2E96A42}"/>
          </ac:spMkLst>
        </pc:spChg>
        <pc:spChg chg="mod">
          <ac:chgData name="Sravani Chanda" userId="5390d8d41bd9cd99" providerId="LiveId" clId="{543715D5-0D5A-4D6E-A2B1-4F066FD25A22}" dt="2025-07-18T06:12:59.946" v="153" actId="20577"/>
          <ac:spMkLst>
            <pc:docMk/>
            <pc:sldMk cId="1057586232" sldId="266"/>
            <ac:spMk id="3" creationId="{B0F591F4-5134-D9F1-980A-7B43C655D9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6E58-CF1F-19A8-58FE-6D6105949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3B5D8-0D7D-2404-90AB-8E8F6AAB7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7A8CF-5A99-D112-9AE6-3496CC70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EF51-6B52-1A07-01CD-0E649616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6127A-22AD-BF5D-6AA4-CE2A6339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1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97B2-4FBE-A914-F016-486C54B0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56F8-7A24-C8B8-AA54-E9F12C0D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36C9C-0BAB-CF7B-3B29-F3816C6E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AA195-2851-8851-9F3E-3A0D0EC9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829D-4BB7-DB12-5689-AABE5C210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0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7896-3E16-3BB9-A444-D6AE534A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C0668-74AF-E817-4B19-0CE532E37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25B35-5A76-748B-9ABB-2F5EC038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D6C69-8F97-20BC-D25A-6BBB19FA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AB906-3DD8-C0D3-FFAB-CCE8D827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7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028-8D76-A893-4A1B-6A42B4BE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F71BD-D7A8-DA24-DED8-DCFDC27F7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750B3-7BFD-0611-6DFF-C4E30F47D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CE91-A155-BDBA-4095-D9113B65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4AB5F-1706-562E-19FF-50ED9AF5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4947B-B0A1-8463-B419-B011C7AA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7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6A43-3CF8-506D-3B4E-8F12C3F2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189DF-AB1D-33FB-7D68-EB833DCF7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5E08E-FB01-5378-B722-22A452570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0250B-7EE7-0D0C-2900-40E48F935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0A712-C7EF-3478-6179-5E009335B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5E2F1-0B68-E984-EC23-E0D6DA51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E1CF0-E5B0-D5F3-0555-152E9ED7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76B716-56D6-D8BC-6B2E-5839BB30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6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1C72-8249-6700-6EED-7DCD5A41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4269D-ADD3-9EBA-5216-A570A06D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B8B6B-BE42-1915-33A1-3F5701B3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54F6B-A89D-18EA-0CA9-690CBAAD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5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7DAF2-FEC9-E278-8E96-D1164985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77C3A-B896-2FE4-E1AA-9ED67486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61BD6-9B60-E5A6-6043-C007AD36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6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AC94-A38B-9F57-404F-1E4690B7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FE789-CBC8-8A51-9A11-49299C8F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E112E-F19D-25A5-9B01-432C2B805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E311B-3DBE-C36B-58C5-5C7CC13E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3AFA5-ED04-579B-2692-F6CC26DE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EB1D2-3D15-12C2-1D36-C8C2FF2C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1BE5-A137-A809-666C-97FF4F13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7F693-4EFE-09A2-1BCD-E26AA8125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EAB1D-F64C-EA5A-3846-F8C7F8B10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44472-7BFA-82E7-4543-D6DA3C27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62592-F6B7-7171-6542-755127FA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0C25F-5DAC-EB5B-5D80-9E544C6B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9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89C3-9527-7780-C30F-5ADBFFEC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C0B90-E59B-AC04-1036-A7D9A62FD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B4704-7B84-C56F-3A8F-575998EF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B323B-769D-6A1C-F3DB-14191F5F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F25DD-3BA6-1F94-A695-7490D4A2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2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7BDBA9-AEAE-9109-49AE-CFDF742F7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2A833-DE55-11CE-562E-D49A23065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B01D1-440F-169B-1DC8-21739F77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AC490-AEA2-CBAB-4D2D-720DAF81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28582-DDF7-CDE1-F716-B69F6D58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4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D3ECD-68F5-C7F0-EE74-B632E3AEB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D5FA5-EC23-14FB-1C4B-DCB6630F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AF127-8576-C88D-8608-3E654FB0F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E2614-468E-4733-9BEE-91F297637DD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631FB-CBFE-304C-88D4-C14DC565C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F875-494E-977B-BF5A-292036D58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CC46-1F14-42A5-AB07-E93E661AE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1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235B-8779-62B0-3A12-2547E5260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87BB1-1B33-B41D-C6F8-2283376F1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E47CD-C16A-99EF-46C1-E876EA942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D267-38C2-31CC-7404-2EE9E2E9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591F4-5134-D9F1-980A-7B43C655D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Features</a:t>
            </a:r>
          </a:p>
          <a:p>
            <a:r>
              <a:rPr lang="en-US" dirty="0"/>
              <a:t>Technology stack</a:t>
            </a:r>
          </a:p>
          <a:p>
            <a:r>
              <a:rPr lang="en-US" dirty="0"/>
              <a:t>System architecture</a:t>
            </a:r>
          </a:p>
          <a:p>
            <a:r>
              <a:rPr lang="en-US"/>
              <a:t>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58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9F82D2-0898-08EA-687A-3928DB9C1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1" y="109268"/>
            <a:ext cx="5538157" cy="6303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6C055-AA52-EBC7-5928-A357A6A28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215" y="149526"/>
            <a:ext cx="6239773" cy="626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8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A0E52-49AB-AE06-0DB8-4AAF5D336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06" y="264542"/>
            <a:ext cx="5382883" cy="6049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42DA06-7501-E171-6CBD-9B04437D9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472" y="264542"/>
            <a:ext cx="6170761" cy="594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2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4BBE5-3517-8FCF-60CB-7F062726D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9" y="592347"/>
            <a:ext cx="11795186" cy="54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6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11CBF-3D15-041F-17E0-BBD94596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2" y="103517"/>
            <a:ext cx="11800936" cy="622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5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BC22F-3854-6EE1-0B92-0D3F730FC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8" y="115020"/>
            <a:ext cx="11524891" cy="61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3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DA841B-02DA-09F2-0B29-68C87A4A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60" y="339306"/>
            <a:ext cx="11438627" cy="634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8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02D36-DE17-50EA-015D-2B80B705C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068" y="851140"/>
            <a:ext cx="8620664" cy="53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2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F1F0C-BB0D-2C08-7918-69B645D95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0" y="149525"/>
            <a:ext cx="11657163" cy="635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90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FFBC38-5A15-C4A0-0824-3DBDFBE5C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3" y="40258"/>
            <a:ext cx="10783018" cy="67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2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</Words>
  <Application>Microsoft Office PowerPoint</Application>
  <PresentationFormat>Widescreen</PresentationFormat>
  <Paragraphs>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                         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Chanda</dc:creator>
  <cp:lastModifiedBy>Sravani Chanda</cp:lastModifiedBy>
  <cp:revision>1</cp:revision>
  <dcterms:created xsi:type="dcterms:W3CDTF">2025-07-18T06:08:04Z</dcterms:created>
  <dcterms:modified xsi:type="dcterms:W3CDTF">2025-07-18T06:13:05Z</dcterms:modified>
</cp:coreProperties>
</file>